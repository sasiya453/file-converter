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3FBBEF-B99A-47B0-A36F-8AD5C8E188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95371E-BF92-4D4D-BED0-ECCFF2473D7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Hello Converter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